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400" b="1">
                <a:solidFill>
                  <a:srgbClr val="1F5C3A"/>
                </a:solidFill>
              </a:defRPr>
            </a:pPr>
            <a:r>
              <a:t>Knotweed Checker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 b="0">
                <a:solidFill>
                  <a:srgbClr val="222222"/>
                </a:solidFill>
              </a:defRPr>
            </a:pPr>
            <a:r>
              <a:t>Spot invasive Japanese knotweed from a phone photo</a:t>
            </a:r>
          </a:p>
          <a:p>
            <a:pPr>
              <a:spcAft>
                <a:spcPts val="1000"/>
              </a:spcAft>
              <a:defRPr sz="2600" b="0">
                <a:solidFill>
                  <a:srgbClr val="222222"/>
                </a:solidFill>
              </a:defRPr>
            </a:pPr>
            <a:r>
              <a:t>AI for Good, Hackathon 7: Eyes on Earth · Roboflow · SDG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Japanese knotweed pushes out native plants, can damage river banks and paving, and regrows from tiny root pieces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Amsterdam set aside €8.2 million to fight it; Ameland and Heusden ask residents to report where it grows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Patches are cheapest to remove when found early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But most people cannot tell knotweed from look-alikes such as bindweed</a:t>
            </a:r>
          </a:p>
        </p:txBody>
      </p:sp>
      <p:pic>
        <p:nvPicPr>
          <p:cNvPr id="4" name="Picture 3" descr="test-knotwe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526773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0">
                <a:solidFill>
                  <a:srgbClr val="666666"/>
                </a:solidFill>
              </a:defRPr>
            </a:pPr>
            <a:r>
              <a:t>Source: gemeente.nu, 2019, 'Strijdplan Japanse duizendknoop samen met inwoners'. SDG 15, target 15.8: invasive alien species.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Who it is for (and who 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For: residents and park volunteers in the Netherlands who see a suspicious plant and want to know in seconds whether to report it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They have a phone, no botany knowledge, and little time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Not for: municipal staff or contractors deciding whether to remove a plant; that needs an expert on site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Not for: identifying other species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6035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1. Take or upload a photo in the app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2. The app sends it to our Roboflow model: the step that decides 'knotweed or not'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3. 70%+ → 'Likely knotweed: don't cut it, report it on waarneming.nl'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   below 70% → 'Maybe: take a closer photo' · otherwise 'Probably not'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Why not a general AI model? We tested one (CLIP): same knotweed found, but 4x more false alarms</a:t>
            </a:r>
          </a:p>
        </p:txBody>
      </p:sp>
      <p:pic>
        <p:nvPicPr>
          <p:cNvPr id="4" name="Picture 3" descr="app-screen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371600"/>
            <a:ext cx="475300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Data and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832 Dutch iNaturalist photos, community-confirmed species, Creative Commons licences (credits in sources.csv)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302 knotweed · 530 look-alikes: bindweed, Persicaria, Bistorta, Fallopia, bramble, nettle, ivy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Bug we caught: iNaturalist's search mixed knotweed and bindweed, so ~70 photos had the wrong label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Split by plant, not by photo (587 / 172 / 73), so the test never shows a plant the model already saw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Roboflow classification, ViT model, training photos doubled with flips, rotations and brightness changes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Results on photos it never saw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73 Dutch test photos: 95% right · 24 of 26 knotweed found · 2 of 47 false alarms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168 new photos from Belgium and Germany, all seasons: 93% right · 77 of 83 found · 5 of 85 false alarms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Spring 93% · summer 93% · autumn/winter 95%: spring shoots are only slightly harder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General AI model (CLIP), same 168 photos: 84% · 77 of 83 found · 21 of 85 false alarms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Our model: 4x fewer false alarms than the general model, which could mean fewer unnecessary checks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Worst mistake: a bindweed called knotweed with 98% confidence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Ethics: what could go wrong, and what we did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Missed knotweed → patch keeps spreading (the expensive mistake)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False alarm → someone cuts or poisons a harmless plant; cutting real knotweed spreads it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What we did: 70% threshold with a 'maybe' zone; the app never tells you to remove anything, only to report it; tested on a second, independent set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Every answer warns it can be wrong; we report missed knotweed, not just accuracy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Photos go to Roboflow's servers, so don't photograph people or house numbers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Next: test on our own street photos; add winter images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1F5C3A"/>
                </a:solidFill>
              </a:defRPr>
            </a:pPr>
            <a:r>
              <a:t>Live demo and 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Demo: upload a photo → answer in a few seconds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Learned: the labels you scrape can be wrong; check them before training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Learned: a high score can hide the mistakes that matter; count the misses and false alarms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Learned: our guess that spring would be much worse was wrong; testing beat guessing</a:t>
            </a:r>
          </a:p>
          <a:p>
            <a:pPr>
              <a:spcAft>
                <a:spcPts val="1000"/>
              </a:spcAft>
              <a:defRPr sz="2200" b="0">
                <a:solidFill>
                  <a:srgbClr val="222222"/>
                </a:solidFill>
              </a:defRPr>
            </a:pPr>
            <a:r>
              <a:t>• What surprised us: OUR_OWN_LESSON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